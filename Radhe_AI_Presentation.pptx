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AFAFA"/>
                </a:solidFill>
                <a:latin typeface="Arial"/>
              </a:defRPr>
            </a:pPr>
            <a:r>
              <a:t>RADHE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200">
                <a:solidFill>
                  <a:srgbClr val="00D6FF"/>
                </a:solidFill>
                <a:latin typeface="Arial"/>
              </a:defRPr>
            </a:pPr>
            <a:r>
              <a:t>ARCHITECTING THE FUTURE OF INTELLIGENCE</a:t>
            </a:r>
          </a:p>
          <a:p>
            <a:r>
              <a:t>Company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OUR STORY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Founded to democratize high-end intelligence, Radhe AI provides global IT solutions.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MISSION: To architect secure, intelligent, and scalable digital ecosystems.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VISION: Harmony between AI and human ingenuity for global progress.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OUR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PARTH MAVANI - FOUNDER &amp; CEO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Visionary architect of complex AI systems.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MEET MAVANI - CO-FOUNDER &amp; CTO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Technical lead in Large-scale Infra and Gen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CORE SERVICES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Answer Engine Optimization (AEO) for LLMs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Search Engine Optimization (SEO)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Digital Marketing &amp; Performance ROI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Content Marketing &amp; Authority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Advanced Analytics &amp; GA4/GTM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CORE SERVICES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Custom AI &amp; Machine Learning Models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Zero-Trust Cloud Infrastructure (AWS/Azure/GCP)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Cyber Security &amp; Risk Management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Premium UI/UX Digital Product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SUCCESS STORIES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Fintech Scale: 10M+ Users, 99.999% Uptime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NeuralTrade V3: AI Trading Engine (&lt;2ms Latency)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LogiFlow AI: Supply Chain Optimization ($4.5M Saved)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MedSafe Hub: Zero-Knowledge Medical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SUCCESS STORIES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SecureFin: Cyber Overhaul for Tier 1 Banking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StreamlineCRM: 98% Reduction in Lead Response Time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NexusPOS: Event-driven Inventory for 500+ Sites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RankWave AI: 100% Traffic Recovery Via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2021: Founded in a boutique tech hub.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2022: Scaled to 50+ enterprise clients globally.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2023: Awarded 'Top AI Innovator' by TechInsights.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2024: Launched First Zero-Trust AI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PARTNERS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AWS Partner Network // NVIDIA Inception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Google Cloud Partner // Microsoft Silver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• ISO 27001 &amp; SOC2 Certified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AFAFA"/>
                </a:solidFill>
                <a:latin typeface="Arial"/>
              </a:defRPr>
            </a:pPr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READY TO LEAD THE AI REVOLUTION?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Visit: www.radhe-ai.com</a:t>
            </a:r>
          </a:p>
          <a:p>
            <a:pPr>
              <a:spcAft>
                <a:spcPts val="1000"/>
              </a:spcAft>
              <a:defRPr sz="1600">
                <a:solidFill>
                  <a:srgbClr val="FAFAFA"/>
                </a:solidFill>
                <a:latin typeface="Arial"/>
              </a:defRPr>
            </a:pPr>
            <a:r>
              <a:t>Email: contact@radhe-ai.com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914400"/>
            <a:ext cx="182880" cy="5029200"/>
          </a:xfrm>
          <a:prstGeom prst="rect">
            <a:avLst/>
          </a:prstGeom>
          <a:solidFill>
            <a:srgbClr val="76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